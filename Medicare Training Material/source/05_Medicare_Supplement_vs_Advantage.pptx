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Supplement vs. Medicare Advantage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 at a glance  | 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Supplement (Medigap)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(Part 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8503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Original Medicare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the cost gaps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Original Medicare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private 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830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premium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(beyond Part B)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$100–$300+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$0  (avg ~$14)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8503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945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Out-of-pocket costs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low &amp; predictable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(Plan G: mainly Part B deductible ~$283)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Copays + coinsurance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up to $9,350 in-network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606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choice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Medicare-accepting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nationwide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network-based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(HMO or PPO)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8503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needed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(especially HMOs)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drugs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Part D plan required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included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840480"/>
            <a:ext cx="8503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840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benefits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(dental, vision, hearing)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included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251960"/>
            <a:ext cx="8503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251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care needs, travel,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freedom, predictability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Healthy, low premiums,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extras, local network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have both at the same time.  |  Everyone pays the Part B premium (~$202.90/mo in 2026).  |  Source: Medicare.gov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Supplement vs Medicare Advantage</dc:title>
  <dc:subject>Side-by-side comparison of Medigap and Medicare Advantage plans</dc:subject>
  <dc:creator>Medicare Comparison</dc:creator>
  <cp:lastModifiedBy>Medicare Comparison</cp:lastModifiedBy>
  <cp:revision>1</cp:revision>
  <dcterms:created xsi:type="dcterms:W3CDTF">2026-09-30T16:54:48Z</dcterms:created>
  <dcterms:modified xsi:type="dcterms:W3CDTF">2026-09-30T16:54:48Z</dcterms:modified>
</cp:coreProperties>
</file>
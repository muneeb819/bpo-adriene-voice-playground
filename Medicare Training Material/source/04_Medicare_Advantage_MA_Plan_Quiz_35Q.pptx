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Plan Quiz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Multiple-Choice Questions  •  Test Your Knowledge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current CMS guidelines and Medicare rules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Quiz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61872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258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carefully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08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question has one best answer based on Medicare Advantage rules.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176272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402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1488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A, B, C, or 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423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option that most accurately answers the question.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090672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1546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063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your answers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375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your responses; the full Answer Key appears at the end.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005072"/>
            <a:ext cx="502920" cy="45720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40690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9776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learn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2519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answer key with brief explanations to reinforce knowledge.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Medicare Advantage (MA) also known as?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enroll in a Medicare Advantage plan, a person must have: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Part 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Part 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Part A and Part 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 only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offers Medicare Advantage plans?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federal government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insurance companies that contract with Medicare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Medicaid offices only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directly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Medicare Advantage plans include which additional coverage?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hospital care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 drug coverage (Part 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nursing home care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Medigap supplements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key difference between Original Medicare and Medicare Advantage regarding out-of-pocket costs?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Medicare has a yearly out-of-pocket maximum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plans must have an annual out-of-pocket maximum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has an out-of-pocket limit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Part D has an out-of-pocket limit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2025, the federal maximum out-of-pocket limit (MOOP) for in-network services in MA plans was set at approximately: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$3,500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$6,000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$9,350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$15,000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type of Medicare Advantage plan typically requires members to use in-network providers and often needs referrals for specialists?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PFFS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person with Medicare Advantage also purchase a Medigap (Medicare Supplement) policy?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always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during Open Enrollment only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Medigap cannot be used with Medicare Advantage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the MA plan is an HMO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9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Annual Coordinated Election Period (AEP) for Medicare Advantage?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 – March 31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15 – December 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1 – June 30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1 – September 30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10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 Medicare Advantage Open Enrollment Period (MA OEP), what can beneficiaries do?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switch from Original Medicare to MA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MA plans or return to Original Medicare (Jan 1 – March 31)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 in any Medigap plan without underwriting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their Part B premium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11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Approximately what percentage of eligible Medicare beneficiaries were enrolled in Medicare Advantage in recent years (2025–2026)?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25%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40%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50%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80%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12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Medicare Advantage plans offer supplemental benefits not covered by Original Medicare. Which of the following is commonly offered?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Routine dental, vision, and hearing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long-term care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Cosmetic surgery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travel insurance only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13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Medicare Advantage plans primarily paid by Medicare?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Fee-for-service for each service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Capitated (per-member-per-month) payments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when claims are submitted by the member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state budgets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14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Special Needs Plan (SNP)?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only for people under 65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MA plan designed for people with specific conditions or dual eligibility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that covers only Part 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temporary emergency plan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15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following is true about provider networks in Medicare Advantage?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 plans allow any Medicare provider nationwide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HMO plans usually limit care to in-network providers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plans never cover out-of-network care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Networks are the same as Original Medicare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16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Medicare Advantage member needs emergency care while traveling outside the plan’s service area, what typically happens?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coverage is provided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and urgently needed care is covered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Part A is covered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member must pay 100% and seek reimbursement later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17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main purpose of the Medicare Advantage rebate?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increase Part B premiums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that plans can use to lower premiums, reduce cost-sharing, or offer supplemental benefits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penalty for high utilization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tax paid by enrollees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18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person who has End-Stage Renal Disease (ESRD) enroll in a Medicare Advantage plan?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never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under current rules (restrictions largely lifted)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through a special SNP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if under age 55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19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“zero-premium” Medicare Advantage plan usually mean?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covers the Part B premium completely and charges $0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enrollee pays $0 for the MA plan premium (still pays Part B premium)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cost-sharing for any services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Medigap coverage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20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about prior authorization in Medicare Advantage is generally true?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authorization is never used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MA plans use prior authorization for certain services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Original Medicare uses prior authorization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authorization is illegal under CMS rules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21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beneficiary is enrolled in a Medicare Advantage plan and needs hospice care, who primarily covers the hospice services?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 plan only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Medicare (hospice is covered by Original Medicare)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Medicaid program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beneficiary pays 100%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22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typical structure of cost-sharing in many Medicare Advantage HMO plans?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20% coinsurance like Original Medicare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copayments for office visits and services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cost-sharing at all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deductibles with no copays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23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which period can a newly eligible Medicare beneficiary first enroll in a Medicare Advantage plan?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during AEP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their Initial Coverage Election Period (ICEP)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after age 70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in the first year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24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following is a common reason someone might prefer Original Medicare over Medicare Advantage?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 for a broad nationwide provider choice without network restrictions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Wanting extra dental and vision benefits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Preferring a single all-in-one plan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Wanting an out-of-pocket maximum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25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if a Medicare Advantage plan leaves the market or the enrollee moves out of the service area?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 is locked into the plan forever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Special Enrollment Period (SEP) is typically available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ends immediately with no options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must wait until the next AEP only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26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organization sets the rules and oversees Medicare Advantage plans?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Centers for Medicare &amp; Medicaid Services (CMS)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insurance departments only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FDA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27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Medicare Advantage PPO plan, what is generally true about out-of-network care?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never covered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usually covered but often at higher cost-sharing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requires a referral from the primary care doctor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free of charge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28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D-SNP?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for people with diabetes only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Dual Eligible Special Needs Plan for those with both Medicare and Medicaid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that only covers drugs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dental-only special needs plan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29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Approximately what share of individual Medicare Advantage plans with drug coverage charged $0 premium (beyond Part B) in recent years?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than 20%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40%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75% or more of enrollees are in $0 premium plans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 all plans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30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Medicare Advantage plans charge higher cost-sharing than Original Medicare for the same service?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Yes, without any limits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No, never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must follow CMS rules and cannot exceed certain limits; overall value must be actuarially equivalent or better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for Part D drugs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31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Medicare Advantage Maximum Out-of-Pocket (MOOP) designed to do?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the plan’s payments to providers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enrollees by capping their annual spending on covered Part A and B services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Part B deductible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only to prescription drugs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32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someone joins a Medicare Advantage plan for the first time and is unhappy, what option do they have in the first 3 months of the year?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until next October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MA Open Enrollment Period to switch plans or return to Original Medicare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appeal to CMS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 get Medigap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33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best describes Star Ratings for Medicare Advantage plans?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purely marketing and have no impact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rates plans 1–5 stars based on quality and performance; higher stars can affect payments and enrollment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Part D plans receive Star Ratings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Stars are assigned by the plans themselves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34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or False: All Medicare Advantage plans must cover the same core benefits as Original Medicare (Parts A and B).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– they can exclude hospital care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– they only cover Part B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True, but only if the member pays extra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35 of 35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Quiz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a beneficiary primarily consider when choosing between Original Medicare and a Medicare Advantage plan?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254203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57860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56032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monthly premium amount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0632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13639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7296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3154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network, total costs (premiums + cost-sharing), extra benefits, and personal health needs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73075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76732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7490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whether dental is included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4325112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361688"/>
            <a:ext cx="36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43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color of the plan brochure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correct answers and short explanations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— Questions 1–7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052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8686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Advantage is also called Medicare Part C.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630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99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14630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 requires both Medicare Part A and Part B.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05740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0939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0574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insurers contract with Medicare to offer MA plans.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5176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6883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26517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 plans are MA-PDs and include Part D drug coverage.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24612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3246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plans are required to cap annual out-of-pocket spending for Part A and B services.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8404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877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Q6: 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38404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set the 2025 in-network MOOP maximum at $9,350.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3434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4348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4714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Q7: 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54480" y="44348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HMOs generally require in-network care and referrals for specialists.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— Questions 8–14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052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Q8: 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8686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have Medigap while enrolled in a Medicare Advantage plan.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630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99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Q9: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14630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AEP runs October 15 through December 7 each year.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05740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0939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Q10: 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0574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OEP (Jan 1–Mar 31) allows one change: switch MA plans or return to Original Medicare.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5176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6883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Q11: 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26517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half (around 54–55%) of eligible beneficiaries are enrolled in MA plans.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24612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Q12: 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3246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Dental, vision, and hearing benefits are very common supplemental benefits in MA plans.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8404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877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Q13: 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38404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pays MA plans a fixed monthly amount (capitation) per enrollee.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3434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4348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4714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Q14: 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54480" y="44348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SNPs serve dual-eligible individuals, those with chronic conditions, or institutionalized beneficiaries.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— Questions 15–21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052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Q15: 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8686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HMOs generally restrict coverage to their network (with exceptions for emergencies).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630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99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Q16: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14630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plans must cover emergency and urgently needed services even out of network/area.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05740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0939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Q17: 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0574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Rebates result when a plan’s bid is below the benchmark; they fund extra benefits or lower costs.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5176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6883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Q18: 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26517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previous ESRD enrollment restriction was removed; people with ESRD can generally join MA plans.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24612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Q19: 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3246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Zero-premium means $0 additional MA plan premium; the standard Part B premium still applies.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8404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877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Q20: 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38404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authorization is commonly used by MA plans for certain procedures, DME, and therapies.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3434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4348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4714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Q21: 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54480" y="44348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Hospice care is covered under Original Medicare even if the person remains in an MA plan.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— Questions 22–28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052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Q22: 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8686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MA plans use set copays (e.g., $20 primary care) rather than 20% coinsurance.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630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99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Q23: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14630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Initial Coverage Election Period allows first-time enrollment in an MA plan.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05740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0939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Q24: 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0574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Medicare allows any provider that accepts Medicare, anywhere in the U.S.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5176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6883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Q25: 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26517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plan or moving out of area triggers a Special Enrollment Period.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24612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Q26: 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3246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contracts with and regulates Medicare Advantage organizations.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8404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877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Q27: 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38404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PPOs typically cover out-of-network services at higher cost-sharing levels.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3434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4348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4714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Q28: 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54480" y="44348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D-SNPs are designed for dual-eligible beneficiaries (Medicare + Medicaid).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 — Questions 29–35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052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Q29: 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8686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majority of MA-PD enrollees are in plans with $0 additional premium.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630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4996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Q30: 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14630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must provide at least the same overall value; individual services have cost-sharing limits set by CMS.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96596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05740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09397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Q31: 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54480" y="20574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MOOP protects beneficiaries by limiting their annual out-of-pocket costs for covered services.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56032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65176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6883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Q32: 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54480" y="265176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 OEP (January–March) allows one change for those already in MA.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24612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28269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Q33: 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54480" y="324612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CMS Star Ratings measure quality; higher-rated plans may receive bonus payments and attract more members.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74904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84048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8770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Q34: 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54480" y="384048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plans must cover all medically necessary Part A and Part B services (with limited exceptions such as hospice).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343400"/>
            <a:ext cx="85039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11480" y="4434840"/>
            <a:ext cx="100584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11480" y="447141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Q35: B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54480" y="443484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choice depends on doctors/hospitals used, expected care needs, travel, and total cost exposure.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work!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You’ve completed the 35-question Medicare Advantage quiz.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any missed questions using the Answer Key and stay current with annual CMS updates, as plan rules and benefits can change each year.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official information: Medicare.gov  •  CMS.gov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Advantage (MA) Plans Quiz - 35 Questions</dc:title>
  <dc:subject>Medicare Advantage Plan Knowledge Quiz</dc:subject>
  <dc:creator>Medicare Training</dc:creator>
  <cp:lastModifiedBy>Medicare Training</cp:lastModifiedBy>
  <cp:revision>1</cp:revision>
  <dcterms:created xsi:type="dcterms:W3CDTF">2026-09-25T17:45:29Z</dcterms:created>
  <dcterms:modified xsi:type="dcterms:W3CDTF">2026-09-25T17:45:29Z</dcterms:modified>
</cp:coreProperties>
</file>
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3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</a:t>
            </a:r>
            <a:r>
              <a:rPr lang="en-US" sz="3600" b="1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Only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 ·  Based strictly on the script content from Greeting through Transfer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Tool for Agents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&amp; Company Name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the script, how should the agent introduce themselves?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Brian from US Healthcare, how are you doing?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Brain from US health care how are you doing?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this is [Name] calling from Medicare Benefits Center.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I am a licensed agent with US Health Care.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Call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stated reason for the call in the script?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sell a new Medicare Advantage plan and change the customer’s coverage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call is about your benefits and savings on Medicare so you do have Medicare Part A and B, right?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schedule a free in-home consultation with a licensed agent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the customer’s Social Security number and bank details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Mentioned After Confirming A &amp; 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customer confirms they have Medicare Part A &amp; B, which benefits does the script say they may qualify for?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dental and vision coverage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food-stamps, Flex-card, dental, vision and cashback (more money back into the Social Security check each month)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hospital stays and unlimited prescription drugs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Medicare Advantage plan with $0 premium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Questions – Age &amp; Decision Making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qualification questions appear consecutively in the script right after the benefits pitch?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Social Security number? and What is your bank account number?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are you? and You make your own decision. Right?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Medicare Advantage? and Are you currently on Medicaid?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income? and Do you own your home?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VA, Tricare &amp; Retirement Plans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 question does the script instruct the agent to ask about other coverage?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other health insurance besides Medicare?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VA, Tricare &amp; Retirement Plans?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currently enrolled in a Medicare Advantage plan?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receive benefits from the Department of Veterans Affairs?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&amp; Additional Benefits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asking for date of birth, the script states the company helps senior citizens find which extra benefits?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gym memberships and meal delivery only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Transportation, meals after hospital stays and wellness program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 insurance and home modifications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drug discounts and hearing aids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 Request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script say when asking for the customer’s zip code?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full mailing address including city and state?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let me go ahead to see those benefits available in your area what is your zip code? (5 Digits)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your zip code so I can check plan availability?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your 9-digit zip code for accurate benefit matching.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Confirmation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exact wording used when asking for the customer’s name?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your full legal name as it appears on your Medicare card?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Lastly just to address you properly can you confirm your first and last name for me?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name we should put on the application?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spell your first and last name for me.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Content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the script disclaimer, by submitting information the customer agrees to receive communication via: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and postal mail only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auto dial pre-recorded calls and email from us and our partner companies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visits and phone calls from licensed agents only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messages and email newsletters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Licensed Agent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main script, what does the agent say they are going to do?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the customer a packet of information and call back in 3 days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call with the license agent based on the customer’s area so they can explain the additional benefits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enrollment immediately over the phone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29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follow-up appointment for the next week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A8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SCRIPT QUIZ  ·  MAIN PITCH ONLY (NO REBUTTALS)  · 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474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(Main Script Only)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answers are taken directly from the original Med Script wording.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52704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1508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Brain from US health care how are you doing?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48716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24688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call is about your benefits and savings on Medicare so you do have Medicare Part A and B, right?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44728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20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4290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food-stamps, Flex-card, dental, vision and cashback from Social Security 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40740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480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343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4389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are you? and You make your own decision. Right?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16636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536752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5440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5303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459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VA, Tricare &amp; Retirement Plans?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132588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152704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89520" y="1508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Transportation, meals after hospital stays and wellness program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228600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46520" y="248716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589520" y="24688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…what is your zip code? (5 Digits)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324612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6520" y="344728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3520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4088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589520" y="34290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Lastly just to address you properly can you confirm your first and last name for me?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9360" y="420624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6520" y="440740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4480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0880" y="4343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589520" y="4389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auto dial pre-recorded calls and email from us and our partner companies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09360" y="5166360"/>
            <a:ext cx="5760720" cy="8686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5" name="Shape 53"/>
          <p:cNvSpPr/>
          <p:nvPr/>
        </p:nvSpPr>
        <p:spPr>
          <a:xfrm>
            <a:off x="6446520" y="5367528"/>
            <a:ext cx="457200" cy="457200"/>
          </a:xfrm>
          <a:prstGeom prst="ellipse">
            <a:avLst/>
          </a:prstGeom>
          <a:solidFill>
            <a:srgbClr val="00A878"/>
          </a:solidFill>
          <a:ln/>
        </p:spPr>
      </p:sp>
      <p:sp>
        <p:nvSpPr>
          <p:cNvPr id="56" name="Text 54"/>
          <p:cNvSpPr/>
          <p:nvPr/>
        </p:nvSpPr>
        <p:spPr>
          <a:xfrm>
            <a:off x="6446520" y="5440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40880" y="5303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589520" y="5349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call with the license agent based on the area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</Words>
  <Application>Microsoft Office PowerPoint</Application>
  <PresentationFormat>Widescreen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 Script Quiz – Main Pitch Only</dc:title>
  <dc:subject>PptxGenJS Presentation</dc:subject>
  <dc:creator>Med Script Training Quiz</dc:creator>
  <cp:lastModifiedBy>Administrator</cp:lastModifiedBy>
  <cp:revision>2</cp:revision>
  <dcterms:created xsi:type="dcterms:W3CDTF">2026-09-22T23:34:19Z</dcterms:created>
  <dcterms:modified xsi:type="dcterms:W3CDTF">2026-09-22T23:35:27Z</dcterms:modified>
</cp:coreProperties>
</file>
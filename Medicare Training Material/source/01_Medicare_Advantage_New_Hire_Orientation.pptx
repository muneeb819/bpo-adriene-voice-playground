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ABOARD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Medicare Advantage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Hire Agent Orientation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guide to starting strong as a Medicare Advantage agent.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• Product Knowledge • Client Success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Medicare Advantage?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Advantage (Part C) is a private health plan alternative to Original Medicare (Parts A &amp; B). These plans are offered by private insurance companies approved by Medicare and must cover everything Original Medicare covers — often with extra benefits.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377440"/>
            <a:ext cx="91440" cy="2011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Plans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 by Medicare-approved private insurers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23774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2377440"/>
            <a:ext cx="91440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All-in-One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Part A, Part B, and usually Part 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23774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2377440"/>
            <a:ext cx="91440" cy="20116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 Benefits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Dental, vision, hearing, fitness &amp; more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Advantage · New Hire Orientation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Original Medicare vs. Medicare Advantage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77640" cy="3566160"/>
          </a:xfrm>
          <a:prstGeom prst="roundRect">
            <a:avLst>
              <a:gd name="adj" fmla="val 2564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Original Medicare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(Hospital) + Part B (Medical)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referral needed for specialists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provider access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out-of-pocket maximum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Medigap + Part D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flexibility, potentially higher costs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914400"/>
            <a:ext cx="3977640" cy="3566160"/>
          </a:xfrm>
          <a:prstGeom prst="roundRect">
            <a:avLst>
              <a:gd name="adj" fmla="val 2564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Medicare Advantage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92040" y="16459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private plan (A + B + usually D)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requires network / referrals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Network-based (with some exceptions)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out-of-pocket maximum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benefits included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predictability, more benefits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Advantage · New Hire Orientation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Benefits Agents Should Highlight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4300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Dental &amp; Vision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and comprehensive coverage often included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0" y="114300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188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Hearing Aids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1691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for hearing exams and devices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114300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188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Fitness Programs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1691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memberships (e.g., SilverSneakers)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297180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017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OTC Allowance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or quarterly over-the-counter benefits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91840" y="274320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3474720" y="297180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3017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93192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474720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to medical appointments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274320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6309360" y="297180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3017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6656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 Coordination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09360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management and wellness programs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Advantage · New Hire Orientation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Rules for New Agents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868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Scope of Appointment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0" y="868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SOA before discussing MA or Part D plans.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Cherry-Picking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steer or discourage based on health status.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Materials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use CMS-approved materials. No unapproved claims.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Enrollment Periods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0" y="2651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AEP, OEP, SEP, IEP rules cold — timing is critical.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246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Needs Assessment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1480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 thorough needs analysis before recommending.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 Retention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14800" y="3840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required documentation for the required period.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Advantage · New Hire Orientation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618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Required Training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AHIP certification + carrier product training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391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965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Shadow Experienced Agents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286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live appointments and enrollments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163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743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the Tools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063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plan comparison software, enrollment portals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935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520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Compliant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840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CMS guidelines and carrier policies regularly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Advantage · New Hire Orientation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Medicare Advantage New Hire Orientation</dc:title>
  <dc:subject>PptxGenJS Presentation</dc:subject>
  <dc:creator>Agent Training</dc:creator>
  <cp:lastModifiedBy>Agent Training</cp:lastModifiedBy>
  <cp:revision>1</cp:revision>
  <dcterms:created xsi:type="dcterms:W3CDTF">2026-09-21T17:15:30Z</dcterms:created>
  <dcterms:modified xsi:type="dcterms:W3CDTF">2026-09-21T17:15:30Z</dcterms:modified>
</cp:coreProperties>
</file>